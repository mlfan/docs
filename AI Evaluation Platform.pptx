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822" autoAdjust="0"/>
  </p:normalViewPr>
  <p:slideViewPr>
    <p:cSldViewPr snapToGrid="0">
      <p:cViewPr varScale="1">
        <p:scale>
          <a:sx n="59" d="100"/>
          <a:sy n="59" d="100"/>
        </p:scale>
        <p:origin x="84" y="384"/>
      </p:cViewPr>
      <p:guideLst/>
    </p:cSldViewPr>
  </p:slideViewPr>
  <p:notesTextViewPr>
    <p:cViewPr>
      <p:scale>
        <a:sx n="1" d="1"/>
        <a:sy n="1" d="1"/>
      </p:scale>
      <p:origin x="0" y="-27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B9803-CDDC-4C3E-8C44-AF51580F557E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DD49D-A8F8-4F82-A03A-B4C5ED88E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55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– 10+10 applications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DD49D-A8F8-4F82-A03A-B4C5ED88E43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259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Datasets specific for applications would be available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DD49D-A8F8-4F82-A03A-B4C5ED88E43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522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15 standards globally to check datasets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is time and </a:t>
            </a:r>
            <a:r>
              <a:rPr lang="en-US"/>
              <a:t>material payment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7DD49D-A8F8-4F82-A03A-B4C5ED88E43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74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4215-ED88-1EF6-3D72-4A7ACAAE3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8B015-20C1-9D99-4CEF-4D89DEB63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127D8-F346-90C3-9729-97B70FD5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B556B-E6A5-0866-E3A4-EE7713B1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E4128-FFCB-4434-BC00-CEBA46EA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70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3DD3-7AF0-3938-8A58-051B132D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70993-72B1-CCF2-6722-4888ECA6A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36EFE-13FD-AB19-C77C-395354AA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0E243-6D49-9D4E-041D-67424EC69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0856A-C555-4218-F237-90FCFD94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15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9B40-4B81-8552-37B6-5A65CBEE8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C4516-BC36-DAD9-C1C4-340742827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CF173-64CE-486C-840D-BA15B80D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67C80-C7FD-9A4D-9C3A-7653B30A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2B09B-D7A2-1BAC-4C0A-838B9740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14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D753F-C64B-90CF-B6F7-C671BB1C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6FCF8-1E3C-A2C0-AB77-B0423191CA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90D25-FA03-56C3-790A-1C641BC21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D6004-6210-280E-7F4B-0ACB26F6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8AFD2-5654-A845-4BAF-8B3A4F49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0D5BC-EA95-3CE2-4C42-3EE49A6D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38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E252-279A-FD97-13C1-A1D77C491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81F65-ABE5-D82E-85EE-84BD144CA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2ABFD-9B96-63A3-5FBC-897449691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AA45F-6AD0-96A1-2058-6CAA338EA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41079-DAB4-FC22-50D9-C9D29CB4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29AFA-98EF-D885-BE3E-8F2D8F6D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73148-131A-3A72-969E-106A7E9D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494D0-75C4-5311-AB74-AD42B8EF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30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760E-F8FF-32BA-34B5-33F12198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3A34B-95C6-0940-6815-8F79C7B12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72E47-E1BA-EDDE-D9AE-F5292A192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0376D-02FD-F4B6-7C47-8A1ADD7B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48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755F9-6E2F-DD8F-B3F2-2B32AE75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60B7F-B3ED-F392-7282-9A79E0546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B9331-209F-916D-8605-12B6545E8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918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966B-FC4C-8C74-D579-538FEEBFC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356A9-9A1D-0499-3998-B40A36C12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0D47F-43D4-2278-B5C9-F392A731A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21F8F-0903-9255-2151-4064AB599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03C7C-35A8-6468-E587-AE7A486BB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FD030-E774-FBA5-0CC2-A7FB340A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13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01F24-71AC-90BF-5F75-02C25441D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3B5E7-36B3-D809-201C-E8632DFF32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9D47F6-69A6-6217-C5BD-2AE26DF3F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7B67E-05FE-4D32-C125-D4AE2710E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ABC4E-140D-8307-B5CD-0B96448A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40EC1-4E01-7AFD-9315-814A7B34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4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DC035-E945-4006-C146-4317D879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87046-3212-3F7E-9190-164B6E009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316C-EB85-2E08-8A73-2ADBEC41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D8018-73ED-ACD6-9B92-4B215383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83869-25AB-33DF-236E-705FF981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99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10A2F-05DF-2825-2281-690700EBF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DE358-2F7E-A0E7-3623-6B7CFB584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4557E-5612-E5B4-ECD4-4448253B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4A4E0-1362-3890-45C3-F1104866C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38E9C-3D3B-91AB-3667-DF14332D4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5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53A068-B72D-8AA9-7C10-C8B60FB8D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D9851-DCA5-BFF3-80FD-29602AE4C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E506D-E102-5160-44CD-754442D19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C36B6-98E0-441D-96F4-417A33858340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E53AC-E2EF-6B90-C5EC-9F4831E30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5A731-7B4E-266F-C2B3-78735BE7C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1443D-0A30-47E3-9DB9-EA80C7ECF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86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0D8BAF-19BC-FB66-CEA0-690060D00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371048"/>
            <a:ext cx="12155596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3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99B226-1580-6AC7-EA1D-A28C6EBD6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456785"/>
            <a:ext cx="11765017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37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8CFF-403B-2739-1B7D-C2556401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F6DB-DC40-BEB8-2575-973DE6FFE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24579-1DB4-C0FF-E09C-8E6EA4992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" y="313890"/>
            <a:ext cx="12107965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1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A05A-E020-0107-1270-893DE871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5F95C-D4D7-6C05-26DC-199A9A5F9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304C4-0490-D0A6-AF92-E4795DDA7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9" y="271022"/>
            <a:ext cx="11984122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55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0650-0F5E-076B-583E-3D17F896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392BD-1A9B-A575-952E-B79FBA76A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44665-5E44-1D70-8248-2B27A5AF9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132890"/>
            <a:ext cx="11698333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03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4E70-758A-30C2-D3C9-DE6402015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5DCCF-549A-6B97-F5AC-4C19FE851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2C2C6-3326-0E4A-A1DE-DFF751C5F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" y="347232"/>
            <a:ext cx="12060333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F716-10A9-8D69-2D99-403A93F86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AFBB7-7D72-0AE1-94A7-B91C64864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DF107-A8FD-3E62-621B-52EA55CBE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981"/>
            <a:ext cx="12192000" cy="642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43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CAAD-5218-25D9-312F-689257BA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917C7-DF19-D744-4732-842D56030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115FEA-FC65-BF64-D746-618AF1470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0" y="332943"/>
            <a:ext cx="12041280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64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29</Words>
  <Application>Microsoft Office PowerPoint</Application>
  <PresentationFormat>Widescreen</PresentationFormat>
  <Paragraphs>9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Garg, Vibha</dc:creator>
  <cp:lastModifiedBy>Garg, Vibha</cp:lastModifiedBy>
  <cp:revision>1</cp:revision>
  <dcterms:created xsi:type="dcterms:W3CDTF">2026-07-24T05:42:08Z</dcterms:created>
  <dcterms:modified xsi:type="dcterms:W3CDTF">2026-07-24T07:34:50Z</dcterms:modified>
</cp:coreProperties>
</file>